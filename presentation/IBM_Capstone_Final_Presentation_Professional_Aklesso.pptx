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C3478"/>
                </a:solidFill>
              </a:defRPr>
            </a:pPr>
            <a:r>
              <a:t>SpaceX Falcon 9 First Stage Landing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IBM Applied Data Science Capstone</a:t>
            </a:r>
          </a:p>
          <a:p>
            <a:r>
              <a:t>Aklesso KPEGUIE</a:t>
            </a:r>
          </a:p>
          <a:p>
            <a:r>
              <a:t>Université Aix-Marseille</a:t>
            </a:r>
          </a:p>
          <a:p>
            <a:r>
              <a:t>https://github.com/Akla-20/IBM-Applied-Data-Science-Capstone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10999"/>
            <a:ext cx="1083822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Business problem: Predict successful Falcon 9 first-stage landings.</a:t>
            </a:r>
          </a:p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Data sources: SpaceX REST API and Wikipedia.</a:t>
            </a:r>
          </a:p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Techniques: SQL, EDA, Folium, Plotly Dash, Machine Learning.</a:t>
            </a:r>
          </a:p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Goal: Support launch cost estimation through landing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7687" y="1748662"/>
            <a:ext cx="1109951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Reusable boosters reduce launch costs.</a:t>
            </a:r>
          </a:p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Landing success determines whether boosters can be reused.</a:t>
            </a:r>
          </a:p>
          <a:p>
            <a:pPr>
              <a:defRPr sz="2100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Predictive analytics helps estimate mission cost and operational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Collected launch records from the SpaceX API.</a:t>
            </a:r>
          </a:p>
          <a:p>
            <a:pPr>
              <a:defRPr sz="2100"/>
            </a:pPr>
            <a:r>
              <a:t>Completed missing information using Wikipedia web scraping.</a:t>
            </a:r>
          </a:p>
          <a:p>
            <a:pPr>
              <a:defRPr sz="2100"/>
            </a:pPr>
            <a:r>
              <a:t>Built a structured dataset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Handled missing values.</a:t>
            </a:r>
          </a:p>
          <a:p>
            <a:pPr>
              <a:defRPr sz="2100"/>
            </a:pPr>
            <a:r>
              <a:t>Created the target variable (Class).</a:t>
            </a:r>
          </a:p>
          <a:p>
            <a:pPr>
              <a:defRPr sz="2100"/>
            </a:pPr>
            <a:r>
              <a:t>Encoded categorical variables and standardized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EDA and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Analyzed launch sites, payload mass, orbit types and outcomes.</a:t>
            </a:r>
          </a:p>
          <a:p>
            <a:pPr>
              <a:defRPr sz="2100"/>
            </a:pPr>
            <a:r>
              <a:t>Used SQL queries to summarize launches and landing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Plotly Dash Dashboard</a:t>
            </a:r>
          </a:p>
        </p:txBody>
      </p:sp>
      <p:pic>
        <p:nvPicPr>
          <p:cNvPr id="4" name="Picture 3" descr="Camem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577840" cy="2020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All launch sites</a:t>
            </a:r>
          </a:p>
        </p:txBody>
      </p:sp>
      <p:pic>
        <p:nvPicPr>
          <p:cNvPr id="6" name="Picture 5" descr="dashboard_filtered.png_KS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577840" cy="3001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KSC LC-39A filter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Analytics</a:t>
            </a:r>
          </a:p>
        </p:txBody>
      </p:sp>
      <p:pic>
        <p:nvPicPr>
          <p:cNvPr id="4" name="Picture 3" descr="Graph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577840" cy="27866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Payload vs Outcome</a:t>
            </a:r>
          </a:p>
        </p:txBody>
      </p:sp>
      <p:pic>
        <p:nvPicPr>
          <p:cNvPr id="6" name="Picture 5" descr="Menu  déroula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577840" cy="2127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site selector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Map (Folium)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Launch sites visualized geographically.</a:t>
            </a:r>
          </a:p>
          <a:p>
            <a:pPr>
              <a:defRPr sz="2100"/>
            </a:pPr>
            <a:r>
              <a:t>Marker clusters used to display launch locations.</a:t>
            </a:r>
          </a:p>
          <a:p>
            <a:pPr>
              <a:defRPr sz="2100"/>
            </a:pPr>
            <a:r>
              <a:t>Interactive map helps explore spatial distribution.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Algorithms: Logistic Regression, Decision Tree and Support Vector Machine.</a:t>
            </a:r>
          </a:p>
          <a:p>
            <a:pPr>
              <a:defRPr sz="2100"/>
            </a:pPr>
            <a:r>
              <a:t>GridSearchCV used for hyperparameter tuning.</a:t>
            </a:r>
          </a:p>
          <a:p>
            <a:pPr>
              <a:defRPr sz="2100"/>
            </a:pPr>
            <a:r>
              <a:t>Performance evaluated on an independent test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SVM and Decision Tree achieved strong predictive performance.</a:t>
            </a:r>
          </a:p>
          <a:p>
            <a:pPr>
              <a:defRPr sz="2100"/>
            </a:pPr>
            <a:r>
              <a:t>Classification metrics and confusion matrix used for evaluation.</a:t>
            </a:r>
          </a:p>
          <a:p>
            <a:pPr>
              <a:defRPr sz="2100"/>
            </a:pPr>
            <a:r>
              <a:t>Machine learning can support decision-making for launch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End-to-end data science workflow successfully implemented.</a:t>
            </a:r>
          </a:p>
          <a:p>
            <a:pPr>
              <a:defRPr sz="2100"/>
            </a:pPr>
            <a:r>
              <a:t>Interactive visualizations improved exploration.</a:t>
            </a:r>
          </a:p>
          <a:p>
            <a:pPr>
              <a:defRPr sz="2100"/>
            </a:pPr>
            <a:r>
              <a:t>Predictive models demonstrated the feasibility of landing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0C3478"/>
          </a:solidFill>
          <a:ln>
            <a:solidFill>
              <a:srgbClr val="0C3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https://github.com/Akla-20/IBM-Applied-Data-Science-Capstone</a:t>
            </a:r>
          </a:p>
          <a:p>
            <a:pPr>
              <a:defRPr sz="2100"/>
            </a:pPr>
            <a:r>
              <a:t>Repository contains notebooks, dashboard application and project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Grand écran</PresentationFormat>
  <Paragraphs>50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René KPEGUIE</cp:lastModifiedBy>
  <cp:revision>2</cp:revision>
  <dcterms:created xsi:type="dcterms:W3CDTF">2013-01-27T09:14:16Z</dcterms:created>
  <dcterms:modified xsi:type="dcterms:W3CDTF">2026-07-02T12:34:02Z</dcterms:modified>
  <cp:category/>
</cp:coreProperties>
</file>